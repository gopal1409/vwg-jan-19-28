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DevOps Module 1 – Concepts, Processes, and CI/CD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DevOps Background</a:t>
            </a:r>
          </a:p>
          <a:p>
            <a:pPr lvl="1"/>
            <a:r>
              <a:t>CI/CD Process</a:t>
            </a:r>
          </a:p>
          <a:p>
            <a:pPr lvl="1"/>
            <a:r>
              <a:t>Test Automation</a:t>
            </a:r>
          </a:p>
          <a:p>
            <a:pPr lvl="1"/>
            <a:r>
              <a:t>Continuous Testing</a:t>
            </a:r>
          </a:p>
          <a:p>
            <a:pPr lvl="1"/>
            <a:r>
              <a:t>DevOps vs Traditional Ops</a:t>
            </a:r>
          </a:p>
          <a:p>
            <a:pPr lvl="1"/>
            <a:r>
              <a:t>Pipeline Implementation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DevOps?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Definition</a:t>
            </a:r>
          </a:p>
          <a:p>
            <a:pPr lvl="1"/>
            <a:r>
              <a:t>Core objectives</a:t>
            </a:r>
          </a:p>
          <a:p>
            <a:pPr lvl="1"/>
            <a:r>
              <a:t>Cultural + technical movement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History &amp;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Origins from Agile &amp; Lean</a:t>
            </a:r>
          </a:p>
          <a:p>
            <a:pPr lvl="1"/>
            <a:r>
              <a:t>Need for faster delivery</a:t>
            </a:r>
          </a:p>
          <a:p>
            <a:pPr lvl="1"/>
            <a:r>
              <a:t>CAMS model: Culture, Automation, Measurement, Sharing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Collaboration</a:t>
            </a:r>
          </a:p>
          <a:p>
            <a:pPr lvl="1"/>
            <a:r>
              <a:t>Shared responsibility</a:t>
            </a:r>
          </a:p>
          <a:p>
            <a:pPr lvl="1"/>
            <a:r>
              <a:t>Continuous 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Key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Automation everywhere</a:t>
            </a:r>
          </a:p>
          <a:p>
            <a:pPr lvl="1"/>
            <a:r>
              <a:t>Shift-left quality</a:t>
            </a:r>
          </a:p>
          <a:p>
            <a:pPr lvl="1"/>
            <a:r>
              <a:t>Small, frequent releases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Problems DevOps Solves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Environment inconsistencies</a:t>
            </a:r>
          </a:p>
          <a:p>
            <a:pPr lvl="1"/>
            <a:r>
              <a:t>Slow release cycles</a:t>
            </a:r>
          </a:p>
          <a:p>
            <a:pPr lvl="1"/>
            <a:r>
              <a:t>Manual errors</a:t>
            </a:r>
          </a:p>
          <a:p>
            <a:pPr lvl="1"/>
            <a:r>
              <a:t>Lack of collaboration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Ops vs DevOps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Siloed vs cross-functional</a:t>
            </a:r>
          </a:p>
          <a:p>
            <a:pPr lvl="1"/>
            <a:r>
              <a:t>Manual vs automated</a:t>
            </a:r>
          </a:p>
          <a:p>
            <a:pPr lvl="1"/>
            <a:r>
              <a:t>Slow vs rapid feedback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Infrastructure as Code</a:t>
            </a:r>
          </a:p>
          <a:p>
            <a:pPr lvl="1"/>
            <a:r>
              <a:t>Automated testing</a:t>
            </a:r>
          </a:p>
          <a:p>
            <a:pPr lvl="1"/>
            <a:r>
              <a:t>CI/CD pipelines</a:t>
            </a:r>
          </a:p>
          <a:p>
            <a:pPr lvl="1"/>
            <a:r>
              <a:t>Monitoring &amp; observability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Frequent code integration</a:t>
            </a:r>
          </a:p>
          <a:p>
            <a:pPr lvl="1"/>
            <a:r>
              <a:t>Automated builds</a:t>
            </a:r>
          </a:p>
          <a:p>
            <a:pPr lvl="1"/>
            <a:r>
              <a:t>Early defect detection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Code → Build → Test → Feedback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Continuous Delivery vs Deployment</a:t>
            </a:r>
          </a:p>
          <a:p>
            <a:pPr lvl="1"/>
            <a:r>
              <a:t>Automated delivery stages</a:t>
            </a:r>
          </a:p>
          <a:p>
            <a:pPr lvl="1"/>
            <a:r>
              <a:t>Consistent, repeatable releases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CD Pipeline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Build</a:t>
            </a:r>
          </a:p>
          <a:p>
            <a:pPr lvl="1"/>
            <a:r>
              <a:t>Test</a:t>
            </a:r>
          </a:p>
          <a:p>
            <a:pPr lvl="1"/>
            <a:r>
              <a:t>Deploy</a:t>
            </a:r>
          </a:p>
          <a:p>
            <a:pPr lvl="1"/>
            <a:r>
              <a:t>Monitor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CI/CD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Version control</a:t>
            </a:r>
          </a:p>
          <a:p>
            <a:pPr lvl="1"/>
            <a:r>
              <a:t>Build automation</a:t>
            </a:r>
          </a:p>
          <a:p>
            <a:pPr lvl="1"/>
            <a:r>
              <a:t>Testing automation</a:t>
            </a:r>
          </a:p>
          <a:p>
            <a:pPr lvl="1"/>
            <a:r>
              <a:t>Deployment automation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Reduced risk</a:t>
            </a:r>
          </a:p>
          <a:p>
            <a:pPr lvl="1"/>
            <a:r>
              <a:t>Faster delivery</a:t>
            </a:r>
          </a:p>
          <a:p>
            <a:pPr lvl="1"/>
            <a:r>
              <a:t>Higher quality</a:t>
            </a:r>
          </a:p>
          <a:p>
            <a:pPr lvl="1"/>
            <a:r>
              <a:t>Developer productivity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Automation in DevOps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Role of automated tests</a:t>
            </a:r>
          </a:p>
          <a:p>
            <a:pPr lvl="1"/>
            <a:r>
              <a:t>Triggered by CI</a:t>
            </a:r>
          </a:p>
          <a:p>
            <a:pPr lvl="1"/>
            <a:r>
              <a:t>Repeatable &amp; fast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Automated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Unit tests</a:t>
            </a:r>
          </a:p>
          <a:p>
            <a:pPr lvl="1"/>
            <a:r>
              <a:t>Integration tests</a:t>
            </a:r>
          </a:p>
          <a:p>
            <a:pPr lvl="1"/>
            <a:r>
              <a:t>API tests</a:t>
            </a:r>
          </a:p>
          <a:p>
            <a:pPr lvl="1"/>
            <a:r>
              <a:t>UI tests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Continuous Testing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Testing at every stage</a:t>
            </a:r>
          </a:p>
          <a:p>
            <a:pPr lvl="1"/>
            <a:r>
              <a:t>Shift-left &amp; shift-right</a:t>
            </a:r>
          </a:p>
          <a:p>
            <a:pPr lvl="1"/>
            <a:r>
              <a:t>Real-time quality insights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Continuous Testing Pipeline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Static analysis</a:t>
            </a:r>
          </a:p>
          <a:p>
            <a:pPr lvl="1"/>
            <a:r>
              <a:t>Automated test suites</a:t>
            </a:r>
          </a:p>
          <a:p>
            <a:pPr lvl="1"/>
            <a:r>
              <a:t>Performance &amp; security checks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Automation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JUnit, Selenium, Cypress</a:t>
            </a:r>
          </a:p>
          <a:p>
            <a:pPr lvl="1"/>
            <a:r>
              <a:t>Postman/Newman</a:t>
            </a:r>
          </a:p>
          <a:p>
            <a:pPr lvl="1"/>
            <a:r>
              <a:t>JMeter</a:t>
            </a:r>
          </a:p>
          <a:p>
            <a:pPr lvl="1"/>
            <a:r>
              <a:t>SonarQube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DevOps Improves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Immediate feedback</a:t>
            </a:r>
          </a:p>
          <a:p>
            <a:pPr lvl="1"/>
            <a:r>
              <a:t>Automation reduces errors</a:t>
            </a:r>
          </a:p>
          <a:p>
            <a:pPr lvl="1"/>
            <a:r>
              <a:t>Better monitoring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DevOps Improves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Fewer manual steps</a:t>
            </a:r>
          </a:p>
          <a:p>
            <a:pPr lvl="1"/>
            <a:r>
              <a:t>Scalable workflows</a:t>
            </a:r>
          </a:p>
          <a:p>
            <a:pPr lvl="1"/>
            <a:r>
              <a:t>Reduced cycle time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Implementation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Code repository setup</a:t>
            </a:r>
          </a:p>
          <a:p>
            <a:pPr lvl="1"/>
            <a:r>
              <a:t>Build system configuration</a:t>
            </a:r>
          </a:p>
          <a:p>
            <a:pPr lvl="1"/>
            <a:r>
              <a:t>Test automation</a:t>
            </a:r>
          </a:p>
          <a:p>
            <a:pPr lvl="1"/>
            <a:r>
              <a:t>Deploy automation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Blue/green</a:t>
            </a:r>
          </a:p>
          <a:p>
            <a:pPr lvl="1"/>
            <a:r>
              <a:t>Canary</a:t>
            </a:r>
          </a:p>
          <a:p>
            <a:pPr lvl="1"/>
            <a:r>
              <a:t>Rolling updates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&amp; Feedback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Logs, metrics, and traces</a:t>
            </a:r>
          </a:p>
          <a:p>
            <a:pPr lvl="1"/>
            <a:r>
              <a:t>Alerting systems</a:t>
            </a:r>
          </a:p>
          <a:p>
            <a:pPr lvl="1"/>
            <a:r>
              <a:t>Observability platforms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DevOps unifies development + operations</a:t>
            </a:r>
          </a:p>
          <a:p>
            <a:pPr lvl="1"/>
            <a:r>
              <a:t>CI/CD automates delivery</a:t>
            </a:r>
          </a:p>
          <a:p>
            <a:pPr lvl="1"/>
            <a:r>
              <a:t>Testing ensures continuous quality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