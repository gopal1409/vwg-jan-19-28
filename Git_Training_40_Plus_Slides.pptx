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What is Version Control?</a:t>
            </a:r>
          </a:p>
          <a:p>
            <a:pPr lvl="1"/>
            <a:r>
              <a:t>Why teams need VCS</a:t>
            </a:r>
          </a:p>
          <a:p>
            <a:pPr lvl="1"/>
            <a:r>
              <a:t>History of VCS evolution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VCS –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Definition of Local VCS</a:t>
            </a:r>
          </a:p>
          <a:p>
            <a:pPr lvl="1"/>
            <a:r>
              <a:t>Example: RCS</a:t>
            </a:r>
          </a:p>
          <a:p>
            <a:pPr lvl="1"/>
            <a:r>
              <a:t>Limitations of local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VCS – Centralized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Definition of CVCS</a:t>
            </a:r>
          </a:p>
          <a:p>
            <a:pPr lvl="1"/>
            <a:r>
              <a:t>Examples: SVN, CVS, Perforce</a:t>
            </a:r>
          </a:p>
          <a:p>
            <a:pPr lvl="1"/>
            <a:r>
              <a:t>Advantages and disadvantages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VCS – Distributed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Definition of DVCS</a:t>
            </a:r>
          </a:p>
          <a:p>
            <a:pPr lvl="1"/>
            <a:r>
              <a:t>Examples: Git, Mercurial</a:t>
            </a:r>
          </a:p>
          <a:p>
            <a:pPr lvl="1"/>
            <a:r>
              <a:t>Benefits: offline, fast, reliable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What is Git?</a:t>
            </a:r>
          </a:p>
          <a:p>
            <a:pPr lvl="1"/>
            <a:r>
              <a:t>Why Git became the standard</a:t>
            </a:r>
          </a:p>
          <a:p>
            <a:pPr lvl="1"/>
            <a:r>
              <a:t>Snapshot vs diff-based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Repository structure</a:t>
            </a:r>
          </a:p>
          <a:p>
            <a:pPr lvl="1"/>
            <a:r>
              <a:t>Git directory (.git)</a:t>
            </a:r>
          </a:p>
          <a:p>
            <a:pPr lvl="1"/>
            <a:r>
              <a:t>Working tree, index, HEAD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Objects – Blob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Stores file contents</a:t>
            </a:r>
          </a:p>
          <a:p>
            <a:pPr lvl="1"/>
            <a:r>
              <a:t>Immutable object</a:t>
            </a:r>
          </a:p>
          <a:p>
            <a:pPr lvl="1"/>
            <a:r>
              <a:t>Referenced by SHA-1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Objects –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Represents directories</a:t>
            </a:r>
          </a:p>
          <a:p>
            <a:pPr lvl="1"/>
            <a:r>
              <a:t>Maps filenames to blobs</a:t>
            </a:r>
          </a:p>
          <a:p>
            <a:pPr lvl="1"/>
            <a:r>
              <a:t>Tree of trees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Objects –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Snapshot pointer</a:t>
            </a:r>
          </a:p>
          <a:p>
            <a:pPr lvl="1"/>
            <a:r>
              <a:t>Metadata: author, message</a:t>
            </a:r>
          </a:p>
          <a:p>
            <a:pPr lvl="1"/>
            <a:r>
              <a:t>Parent commits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Objects –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Lightweight vs annotated</a:t>
            </a:r>
          </a:p>
          <a:p>
            <a:pPr lvl="1"/>
            <a:r>
              <a:t>Tagging releases</a:t>
            </a:r>
          </a:p>
          <a:p>
            <a:pPr lvl="1"/>
            <a:r>
              <a:t>Tag object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Trees – Working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Untracked, modified, tracked files</a:t>
            </a:r>
          </a:p>
          <a:p>
            <a:pPr lvl="1"/>
            <a:r>
              <a:t>Represents your real files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Trees – Staging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Also called Index</a:t>
            </a:r>
          </a:p>
          <a:p>
            <a:pPr lvl="1"/>
            <a:r>
              <a:t>Holds changes before commit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Trees –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Stores committed snapshots</a:t>
            </a:r>
          </a:p>
          <a:p>
            <a:pPr lvl="1"/>
            <a:r>
              <a:t>Contains all Git history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Clone → Edit → Stage → Commit → Push → Pull/Merge</a:t>
            </a:r>
          </a:p>
          <a:p>
            <a:pPr lvl="1"/>
            <a:r>
              <a:t>Core Git lifecycle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 – Clone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 clone command</a:t>
            </a:r>
          </a:p>
          <a:p>
            <a:pPr lvl="1"/>
            <a:r>
              <a:t>Creating local repo copy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 – Branching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Creating feature branches</a:t>
            </a:r>
          </a:p>
          <a:p>
            <a:pPr lvl="1"/>
            <a:r>
              <a:t>git branch, git checkout -b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 – Editing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Modify working directory</a:t>
            </a:r>
          </a:p>
          <a:p>
            <a:pPr lvl="1"/>
            <a:r>
              <a:t>Track changes with git status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 –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 add usage</a:t>
            </a:r>
          </a:p>
          <a:p>
            <a:pPr lvl="1"/>
            <a:r>
              <a:t>Selective staging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 – Committing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 commit -m</a:t>
            </a:r>
          </a:p>
          <a:p>
            <a:pPr lvl="1"/>
            <a:r>
              <a:t>Commit messages best practices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 – Pushing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Sending changes to remote</a:t>
            </a:r>
          </a:p>
          <a:p>
            <a:pPr lvl="1"/>
            <a:r>
              <a:t>git push origin branch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 – Pull and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 pull: fetch + merge</a:t>
            </a:r>
          </a:p>
          <a:p>
            <a:pPr lvl="1"/>
            <a:r>
              <a:t>Merge conflict basics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SHA-1 Hashing –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40‑character hash</a:t>
            </a:r>
          </a:p>
          <a:p>
            <a:pPr lvl="1"/>
            <a:r>
              <a:t>Uniqueness guarantee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SHA-1 Hashing –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Identifying objects</a:t>
            </a:r>
          </a:p>
          <a:p>
            <a:pPr lvl="1"/>
            <a:r>
              <a:t>Ensuring integrity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SHA-1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Commit hash examples</a:t>
            </a:r>
          </a:p>
          <a:p>
            <a:pPr lvl="1"/>
            <a:r>
              <a:t>Using short hashes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 Pointer – What is HEAD?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Pointer to current branch</a:t>
            </a:r>
          </a:p>
          <a:p>
            <a:pPr lvl="1"/>
            <a:r>
              <a:t>HEAD → branch → commit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 Pointer – Detached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When HEAD points to a commit</a:t>
            </a:r>
          </a:p>
          <a:p>
            <a:pPr lvl="1"/>
            <a:r>
              <a:t>Temporary states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 Pointer –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Preview old commits</a:t>
            </a:r>
          </a:p>
          <a:p>
            <a:pPr lvl="1"/>
            <a:r>
              <a:t>Rebasing scenarios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Repositories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What is a remote?</a:t>
            </a:r>
          </a:p>
          <a:p>
            <a:pPr lvl="1"/>
            <a:r>
              <a:t>origin and upstream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Code hosting platform</a:t>
            </a:r>
          </a:p>
          <a:p>
            <a:pPr lvl="1"/>
            <a:r>
              <a:t>Pull requests, workflows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PR lifecycle</a:t>
            </a:r>
          </a:p>
          <a:p>
            <a:pPr lvl="1"/>
            <a:r>
              <a:t>Code reviews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Bitbucket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Part of Atlassian ecosystem</a:t>
            </a:r>
          </a:p>
          <a:p>
            <a:pPr lvl="1"/>
            <a:r>
              <a:t>Supports Git repos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Bitbucket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CI/CD automation</a:t>
            </a:r>
          </a:p>
          <a:p>
            <a:pPr lvl="1"/>
            <a:r>
              <a:t>Links with Jira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 remote add/remove</a:t>
            </a:r>
          </a:p>
          <a:p>
            <a:pPr lvl="1"/>
            <a:r>
              <a:t>git fetch vs git pull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 Flow</a:t>
            </a:r>
          </a:p>
          <a:p>
            <a:pPr lvl="1"/>
            <a:r>
              <a:t>Trunk-based development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Fast-forward</a:t>
            </a:r>
          </a:p>
          <a:p>
            <a:pPr lvl="1"/>
            <a:r>
              <a:t>Recursive merge</a:t>
            </a:r>
          </a:p>
          <a:p>
            <a:pPr lvl="1"/>
            <a:r>
              <a:t>Squash merge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Rebasing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 rebase usage</a:t>
            </a:r>
          </a:p>
          <a:p>
            <a:pPr lvl="1"/>
            <a:r>
              <a:t>Rebase vs merge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Resolving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Common conflict scenarios</a:t>
            </a:r>
          </a:p>
          <a:p>
            <a:pPr lvl="1"/>
            <a:r>
              <a:t>Conflict markers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Stash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Temporary save work</a:t>
            </a:r>
          </a:p>
          <a:p>
            <a:pPr lvl="1"/>
            <a:r>
              <a:t>git stash apply/pop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Soft, mixed, hard reset</a:t>
            </a:r>
          </a:p>
          <a:p>
            <a:pPr lvl="1"/>
            <a:r>
              <a:t>When to use each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Revert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Undoing commits safely</a:t>
            </a:r>
          </a:p>
          <a:p>
            <a:pPr lvl="1"/>
            <a:r>
              <a:t>git revert examples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Commit early and often</a:t>
            </a:r>
          </a:p>
          <a:p>
            <a:pPr lvl="1"/>
            <a:r>
              <a:t>Use feature branches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Anti‑Patterns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Never commit secrets</a:t>
            </a:r>
          </a:p>
          <a:p>
            <a:pPr lvl="1"/>
            <a:r>
              <a:t>Avoid rewriting public history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DVCS advantages</a:t>
            </a:r>
          </a:p>
          <a:p>
            <a:pPr lvl="1"/>
            <a:r>
              <a:t>Core commands to master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